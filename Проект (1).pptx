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0" r:id="rId11"/>
    <p:sldId id="266" r:id="rId12"/>
    <p:sldId id="268" r:id="rId13"/>
    <p:sldId id="270" r:id="rId14"/>
    <p:sldId id="271" r:id="rId15"/>
    <p:sldId id="272" r:id="rId16"/>
    <p:sldId id="275" r:id="rId17"/>
    <p:sldId id="274" r:id="rId18"/>
    <p:sldId id="273" r:id="rId19"/>
    <p:sldId id="276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Прямоугольник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Прямоугольник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Прямоугольник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Скругленный прямоугольник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Скругленный прямоугольник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7EAF463A-BC7C-46EE-9F1E-7F377CCA4891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Дата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EAF463A-BC7C-46EE-9F1E-7F377CCA4891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7EAF463A-BC7C-46EE-9F1E-7F377CCA4891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Прямоугольник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Прямоугольник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Скругленный прямоугольник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Скругленный прямоугольник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Прямоугольник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Прямоугольник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Прямоугольник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Прямоугольник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Прямоугольник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Прямоугольник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Сайт-визитка строительной компании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Веснина Елизавета Андреевна</a:t>
            </a:r>
          </a:p>
          <a:p>
            <a:r>
              <a:rPr lang="ru-RU" dirty="0"/>
              <a:t>Василенко Дарья Олеговна</a:t>
            </a:r>
          </a:p>
          <a:p>
            <a:r>
              <a:rPr lang="ru-RU" dirty="0"/>
              <a:t>Киященко Ирина Владимировна</a:t>
            </a:r>
          </a:p>
          <a:p>
            <a:r>
              <a:rPr lang="ru-RU" dirty="0" err="1"/>
              <a:t>Татаров</a:t>
            </a:r>
            <a:r>
              <a:rPr lang="ru-RU" dirty="0"/>
              <a:t> Данил Сергеевич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 команде и ролях в команде</a:t>
            </a:r>
          </a:p>
          <a:p>
            <a:r>
              <a:rPr lang="ru-RU" dirty="0"/>
              <a:t>о проектировании сайта</a:t>
            </a:r>
          </a:p>
          <a:p>
            <a:r>
              <a:rPr lang="ru-RU" dirty="0"/>
              <a:t>о дизайне сайта</a:t>
            </a:r>
          </a:p>
          <a:p>
            <a:r>
              <a:rPr lang="ru-RU" dirty="0"/>
              <a:t>о вёрстке сайта</a:t>
            </a:r>
          </a:p>
          <a:p>
            <a:r>
              <a:rPr lang="ru-RU" dirty="0"/>
              <a:t>о написании кода на сайте</a:t>
            </a:r>
          </a:p>
          <a:p>
            <a:r>
              <a:rPr lang="ru-RU" dirty="0"/>
              <a:t>о руководстве администратора сайта</a:t>
            </a:r>
          </a:p>
          <a:p>
            <a:r>
              <a:rPr lang="ru-RU" dirty="0"/>
              <a:t>о тестировании</a:t>
            </a:r>
          </a:p>
          <a:p>
            <a:r>
              <a:rPr lang="ru-RU" dirty="0"/>
              <a:t>о развёртывании</a:t>
            </a:r>
          </a:p>
          <a:p>
            <a:r>
              <a:rPr lang="ru-RU" dirty="0"/>
              <a:t>о смете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 команде и ролях в команде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Дизайнер (UI/UX) - Василенко Дарья Олеговна.</a:t>
            </a:r>
          </a:p>
          <a:p>
            <a:r>
              <a:rPr lang="ru-RU" dirty="0"/>
              <a:t>Верстальщик, Программист - Веснина Елизавета Андреевна.</a:t>
            </a:r>
          </a:p>
          <a:p>
            <a:r>
              <a:rPr lang="ru-RU" dirty="0"/>
              <a:t>Тестировщик- Киященко Ирина Владимировна.</a:t>
            </a:r>
          </a:p>
          <a:p>
            <a:r>
              <a:rPr lang="ru-RU" dirty="0"/>
              <a:t>Менеджер проекта - </a:t>
            </a:r>
            <a:r>
              <a:rPr lang="ru-RU" dirty="0" err="1"/>
              <a:t>Татаров</a:t>
            </a:r>
            <a:r>
              <a:rPr lang="ru-RU" dirty="0"/>
              <a:t> Данил Сергеевич.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 проектировании сайта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Общие требования</a:t>
            </a:r>
          </a:p>
          <a:p>
            <a:r>
              <a:rPr lang="ru-RU" dirty="0"/>
              <a:t>Требования к дизайну сайта</a:t>
            </a:r>
          </a:p>
          <a:p>
            <a:r>
              <a:rPr lang="ru-RU" dirty="0"/>
              <a:t>Требования к функциональности сайта</a:t>
            </a:r>
          </a:p>
          <a:p>
            <a:r>
              <a:rPr lang="ru-RU" dirty="0"/>
              <a:t>Требования к содержимому сайта</a:t>
            </a:r>
          </a:p>
          <a:p>
            <a:r>
              <a:rPr lang="ru-RU" dirty="0"/>
              <a:t>Детальное описание блоков сайта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44562"/>
          </a:xfrm>
        </p:spPr>
        <p:txBody>
          <a:bodyPr>
            <a:normAutofit/>
          </a:bodyPr>
          <a:lstStyle/>
          <a:p>
            <a:r>
              <a:rPr lang="ru-RU" dirty="0"/>
              <a:t>Графическая схема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4D153F9B-B18B-4A6B-9AB2-291A7019C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510802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96420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44562"/>
          </a:xfrm>
        </p:spPr>
        <p:txBody>
          <a:bodyPr>
            <a:normAutofit/>
          </a:bodyPr>
          <a:lstStyle/>
          <a:p>
            <a:r>
              <a:rPr lang="ru-RU" dirty="0"/>
              <a:t>Графическая схема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DBC1578C-AE48-4DB0-B1CC-ADD60670B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3574"/>
            <a:ext cx="9144000" cy="513999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70835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44562"/>
          </a:xfrm>
        </p:spPr>
        <p:txBody>
          <a:bodyPr>
            <a:normAutofit/>
          </a:bodyPr>
          <a:lstStyle/>
          <a:p>
            <a:r>
              <a:rPr lang="ru-RU" dirty="0"/>
              <a:t>Графическая схема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58887DF8-40AE-48B7-A55C-FE6CF9739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9578"/>
            <a:ext cx="9144000" cy="514086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46792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Требования к содержимому сайта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Необходимо создать следующие блоки сайта:</a:t>
            </a:r>
          </a:p>
          <a:p>
            <a:r>
              <a:rPr lang="ru-RU" dirty="0"/>
              <a:t>1. Блок «О компании».</a:t>
            </a:r>
          </a:p>
          <a:p>
            <a:r>
              <a:rPr lang="ru-RU" dirty="0"/>
              <a:t>2. Блок «Услуги».</a:t>
            </a:r>
          </a:p>
          <a:p>
            <a:r>
              <a:rPr lang="ru-RU" dirty="0"/>
              <a:t>3. Блок «Преимущества».</a:t>
            </a:r>
          </a:p>
          <a:p>
            <a:r>
              <a:rPr lang="ru-RU" dirty="0"/>
              <a:t>4. Блок «Галерея работ».</a:t>
            </a:r>
          </a:p>
          <a:p>
            <a:r>
              <a:rPr lang="ru-RU" dirty="0"/>
              <a:t>5. Блок «Отзывы».</a:t>
            </a:r>
          </a:p>
          <a:p>
            <a:r>
              <a:rPr lang="ru-RU" dirty="0"/>
              <a:t>6. Блок «Контакты».</a:t>
            </a:r>
          </a:p>
          <a:p>
            <a:r>
              <a:rPr lang="ru-RU" dirty="0"/>
              <a:t>7. Блок «Заказать звонок».</a:t>
            </a:r>
          </a:p>
        </p:txBody>
      </p:sp>
    </p:spTree>
    <p:extLst>
      <p:ext uri="{BB962C8B-B14F-4D97-AF65-F5344CB8AC3E}">
        <p14:creationId xmlns="" xmlns:p14="http://schemas.microsoft.com/office/powerpoint/2010/main" val="933868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Требования к содержимому сайта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Промо Блок</a:t>
            </a:r>
          </a:p>
          <a:p>
            <a:r>
              <a:rPr lang="ru-RU" dirty="0"/>
              <a:t>О компании</a:t>
            </a:r>
          </a:p>
          <a:p>
            <a:r>
              <a:rPr lang="ru-RU" dirty="0"/>
              <a:t>Услуги </a:t>
            </a:r>
          </a:p>
          <a:p>
            <a:r>
              <a:rPr lang="ru-RU" dirty="0"/>
              <a:t>Дизайн проектов</a:t>
            </a:r>
          </a:p>
          <a:p>
            <a:r>
              <a:rPr lang="ru-RU" dirty="0"/>
              <a:t>О преимуществах</a:t>
            </a:r>
          </a:p>
          <a:p>
            <a:r>
              <a:rPr lang="ru-RU" dirty="0"/>
              <a:t>Примеры выполненных работ</a:t>
            </a:r>
          </a:p>
          <a:p>
            <a:r>
              <a:rPr lang="ru-RU" dirty="0"/>
              <a:t>Форма заявки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33974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</a:t>
            </a:r>
            <a:r>
              <a:rPr lang="ru-RU"/>
              <a:t> </a:t>
            </a:r>
            <a:r>
              <a:rPr lang="ru-RU" dirty="0"/>
              <a:t>дизайне сайта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188" y="1447800"/>
            <a:ext cx="8836411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Вёрстка (</a:t>
            </a:r>
            <a:r>
              <a:rPr lang="en-US" dirty="0"/>
              <a:t>HTML, CSS)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HTML: Семантическая структура с тегами &lt;</a:t>
            </a:r>
            <a:r>
              <a:rPr lang="ru-RU" dirty="0" err="1"/>
              <a:t>header</a:t>
            </a:r>
            <a:r>
              <a:rPr lang="ru-RU" dirty="0"/>
              <a:t>&gt;, &lt;</a:t>
            </a:r>
            <a:r>
              <a:rPr lang="ru-RU" dirty="0" err="1"/>
              <a:t>main</a:t>
            </a:r>
            <a:r>
              <a:rPr lang="ru-RU" dirty="0"/>
              <a:t>&gt;, &lt;</a:t>
            </a:r>
            <a:r>
              <a:rPr lang="ru-RU" dirty="0" err="1"/>
              <a:t>section</a:t>
            </a:r>
            <a:r>
              <a:rPr lang="ru-RU" dirty="0"/>
              <a:t>&gt;.</a:t>
            </a:r>
          </a:p>
          <a:p>
            <a:r>
              <a:rPr lang="ru-RU" dirty="0"/>
              <a:t>CSS:</a:t>
            </a:r>
          </a:p>
          <a:p>
            <a:r>
              <a:rPr lang="ru-RU" dirty="0"/>
              <a:t>Использованы переменные (:</a:t>
            </a:r>
            <a:r>
              <a:rPr lang="ru-RU" dirty="0" err="1"/>
              <a:t>root</a:t>
            </a:r>
            <a:r>
              <a:rPr lang="ru-RU" dirty="0"/>
              <a:t>) для цветов и размеров.</a:t>
            </a:r>
          </a:p>
          <a:p>
            <a:r>
              <a:rPr lang="ru-RU" dirty="0" err="1"/>
              <a:t>Flexbox</a:t>
            </a:r>
            <a:r>
              <a:rPr lang="ru-RU" dirty="0"/>
              <a:t> и Grid для расположения элементов (например, блоки услуг и преимуществ).</a:t>
            </a:r>
          </a:p>
          <a:p>
            <a:r>
              <a:rPr lang="ru-RU" dirty="0"/>
              <a:t>Анимации (например, </a:t>
            </a:r>
            <a:r>
              <a:rPr lang="ru-RU" dirty="0" err="1"/>
              <a:t>hover</a:t>
            </a:r>
            <a:r>
              <a:rPr lang="ru-RU" dirty="0"/>
              <a:t>-эффекты для кнопок и карточек услуг).</a:t>
            </a:r>
          </a:p>
          <a:p>
            <a:r>
              <a:rPr lang="ru-RU" dirty="0" err="1"/>
              <a:t>Медиазапросы</a:t>
            </a:r>
            <a:r>
              <a:rPr lang="ru-RU" dirty="0"/>
              <a:t> для адаптивности.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068324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Код (</a:t>
            </a:r>
            <a:r>
              <a:rPr lang="en-US" dirty="0"/>
              <a:t>JavaScript)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Функционал:</a:t>
            </a:r>
          </a:p>
          <a:p>
            <a:r>
              <a:rPr lang="ru-RU" dirty="0"/>
              <a:t>Плавная прокрутка к разделам (func_1() – func_6() в funcs.js).</a:t>
            </a:r>
          </a:p>
          <a:p>
            <a:r>
              <a:rPr lang="ru-RU" dirty="0"/>
              <a:t>Кнопка "Наверх" с отслеживанием прокрутки (</a:t>
            </a:r>
            <a:r>
              <a:rPr lang="ru-RU" dirty="0" err="1"/>
              <a:t>back-to-top</a:t>
            </a:r>
            <a:r>
              <a:rPr lang="ru-RU" dirty="0"/>
              <a:t>).</a:t>
            </a:r>
          </a:p>
          <a:p>
            <a:r>
              <a:rPr lang="ru-RU" dirty="0"/>
              <a:t>Анимация кнопки-бургера (превращение в крестик при </a:t>
            </a:r>
            <a:r>
              <a:rPr lang="ru-RU" dirty="0" err="1"/>
              <a:t>hover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545035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Тестирование</a:t>
            </a:r>
            <a:endParaRPr lang="en-US" dirty="0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Сценарии:</a:t>
            </a:r>
          </a:p>
          <a:p>
            <a:r>
              <a:rPr lang="ru-RU" dirty="0"/>
              <a:t>Проверка отображения в браузерах (</a:t>
            </a:r>
            <a:r>
              <a:rPr lang="ru-RU" dirty="0" err="1"/>
              <a:t>Chrome</a:t>
            </a:r>
            <a:r>
              <a:rPr lang="ru-RU" dirty="0"/>
              <a:t>, Firefox, Safari, Edge).</a:t>
            </a:r>
          </a:p>
          <a:p>
            <a:r>
              <a:rPr lang="ru-RU" smtClean="0"/>
              <a:t>Проверка </a:t>
            </a:r>
            <a:r>
              <a:rPr lang="ru-RU" dirty="0"/>
              <a:t>работы форм (например, форма заявки).</a:t>
            </a:r>
          </a:p>
          <a:p>
            <a:r>
              <a:rPr lang="ru-RU" dirty="0"/>
              <a:t>Тест скорости загрузки изображений.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249479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Развёртывание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Сайт размещён на хостинге с поддержкой статических файлов (HTML/CSS/JS).</a:t>
            </a:r>
          </a:p>
          <a:p>
            <a:r>
              <a:rPr lang="ru-RU" dirty="0"/>
              <a:t>Для обновлений: загрузка изменённых файлов через FTP или </a:t>
            </a:r>
            <a:r>
              <a:rPr lang="ru-RU" dirty="0" err="1"/>
              <a:t>Git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74891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Смета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="" xmlns:a16="http://schemas.microsoft.com/office/drawing/2014/main" id="{94F78293-A4EC-45F3-BD30-EC81903E0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00" y="1219200"/>
            <a:ext cx="7848600" cy="520570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18231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Смета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8EE1B11B-D9E9-4206-A031-5DC11D8D4A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284"/>
          <a:stretch/>
        </p:blipFill>
        <p:spPr>
          <a:xfrm>
            <a:off x="838200" y="1600200"/>
            <a:ext cx="7696200" cy="54042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0843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9049"/>
            <a:ext cx="8229600" cy="808038"/>
          </a:xfrm>
        </p:spPr>
        <p:txBody>
          <a:bodyPr>
            <a:normAutofit/>
          </a:bodyPr>
          <a:lstStyle/>
          <a:p>
            <a:r>
              <a:rPr lang="ru-RU" dirty="0"/>
              <a:t>Смета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6F5B69EA-A49F-4094-9962-C3398CA5E3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445"/>
          <a:stretch/>
        </p:blipFill>
        <p:spPr>
          <a:xfrm>
            <a:off x="762000" y="1087087"/>
            <a:ext cx="7924800" cy="574603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65963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txBody>
          <a:bodyPr>
            <a:normAutofit/>
          </a:bodyPr>
          <a:lstStyle/>
          <a:p>
            <a:r>
              <a:rPr lang="ru-RU" dirty="0"/>
              <a:t>Смета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="" xmlns:a16="http://schemas.microsoft.com/office/drawing/2014/main" id="{12BAF446-3ED5-44CD-BAC3-4BCB8A8BB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2425"/>
          <a:stretch/>
        </p:blipFill>
        <p:spPr>
          <a:xfrm>
            <a:off x="1219200" y="1219200"/>
            <a:ext cx="7088323" cy="522763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72904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2"/>
          </a:xfrm>
        </p:spPr>
        <p:txBody>
          <a:bodyPr>
            <a:normAutofit/>
          </a:bodyPr>
          <a:lstStyle/>
          <a:p>
            <a:r>
              <a:rPr lang="ru-RU" dirty="0"/>
              <a:t>Смета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="" xmlns:a16="http://schemas.microsoft.com/office/drawing/2014/main" id="{12BAF446-3ED5-44CD-BAC3-4BCB8A8BB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6753"/>
          <a:stretch/>
        </p:blipFill>
        <p:spPr>
          <a:xfrm>
            <a:off x="1295400" y="1143000"/>
            <a:ext cx="6553200" cy="5105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66117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92B77DA-2205-411A-88CB-33BADFE711B2}"/>
              </a:ext>
            </a:extLst>
          </p:cNvPr>
          <p:cNvSpPr txBox="1"/>
          <p:nvPr/>
        </p:nvSpPr>
        <p:spPr>
          <a:xfrm>
            <a:off x="1447800" y="2505670"/>
            <a:ext cx="678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/>
              <a:t>Спасибо за внимание!</a:t>
            </a:r>
          </a:p>
        </p:txBody>
      </p:sp>
    </p:spTree>
    <p:extLst>
      <p:ext uri="{BB962C8B-B14F-4D97-AF65-F5344CB8AC3E}">
        <p14:creationId xmlns="" xmlns:p14="http://schemas.microsoft.com/office/powerpoint/2010/main" val="170133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ородская">
  <a:themeElements>
    <a:clrScheme name="Городская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Городская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Город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119</TotalTime>
  <Words>346</Words>
  <Application>Microsoft Office PowerPoint</Application>
  <PresentationFormat>Экран (4:3)</PresentationFormat>
  <Paragraphs>74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Городская</vt:lpstr>
      <vt:lpstr>Сайт-визитка строительной компании</vt:lpstr>
      <vt:lpstr>Содержание</vt:lpstr>
      <vt:lpstr>О команде и ролях в команде</vt:lpstr>
      <vt:lpstr>о проектировании сайта</vt:lpstr>
      <vt:lpstr>Графическая схема</vt:lpstr>
      <vt:lpstr>Графическая схема</vt:lpstr>
      <vt:lpstr>Графическая схема</vt:lpstr>
      <vt:lpstr>Требования к содержимому сайта</vt:lpstr>
      <vt:lpstr>Требования к содержимому сайта</vt:lpstr>
      <vt:lpstr>О дизайне сайта</vt:lpstr>
      <vt:lpstr>Вёрстка (HTML, CSS)</vt:lpstr>
      <vt:lpstr>Код (JavaScript)</vt:lpstr>
      <vt:lpstr>Тестирование</vt:lpstr>
      <vt:lpstr>Развёртывание</vt:lpstr>
      <vt:lpstr>Смета</vt:lpstr>
      <vt:lpstr>Смета</vt:lpstr>
      <vt:lpstr>Смета</vt:lpstr>
      <vt:lpstr>Смета</vt:lpstr>
      <vt:lpstr>Смета</vt:lpstr>
      <vt:lpstr>Слайд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Данил</dc:creator>
  <cp:lastModifiedBy>Данил</cp:lastModifiedBy>
  <cp:revision>15</cp:revision>
  <dcterms:created xsi:type="dcterms:W3CDTF">2025-06-09T15:14:21Z</dcterms:created>
  <dcterms:modified xsi:type="dcterms:W3CDTF">2025-06-16T14:21:32Z</dcterms:modified>
</cp:coreProperties>
</file>