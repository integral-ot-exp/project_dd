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19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Default Extension="jpeg" ContentType="image/jpeg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5" r:id="rId10"/>
    <p:sldId id="260" r:id="rId11"/>
    <p:sldId id="266" r:id="rId12"/>
    <p:sldId id="268" r:id="rId13"/>
    <p:sldId id="270" r:id="rId14"/>
    <p:sldId id="271" r:id="rId15"/>
    <p:sldId id="272" r:id="rId16"/>
    <p:sldId id="275" r:id="rId17"/>
    <p:sldId id="274" r:id="rId18"/>
    <p:sldId id="273" r:id="rId19"/>
    <p:sldId id="276" r:id="rId20"/>
    <p:sldId id="277" r:id="rId21"/>
  </p:sldIdLst>
  <p:sldSz cx="9144000" cy="6858000" type="screen4x3"/>
  <p:notesSz cx="6858000" cy="9144000"/>
  <p:defaultTextStyle>
    <a:defPPr>
      <a:defRPr lang="en-US"/>
    </a:defPPr>
    <a:lvl1pPr marL="0" algn="l" defTabSz="914400" rtl="0" latinLnBrk="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latinLnBrk="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latinLnBrk="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latinLnBrk="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latinLnBrk="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latinLnBrk="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latinLnBrk="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latinLnBrk="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latinLnBrk="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 xmlns="">
          <a:srgbClr val="FF0000"/>
        </p14:laserClr>
      </p:ext>
      <p:ext uri="{2FDB2607-1784-4EEB-B798-7EB5836EED8A}">
        <p14:showMediaCtrls xmlns:p14="http://schemas.microsoft.com/office/powerpoint/2010/main" xmlns="" val="1"/>
      </p:ext>
    </p:extLst>
  </p:showPr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>
    <p:restoredLeft sz="15620"/>
    <p:restoredTop sz="94660"/>
  </p:normalViewPr>
  <p:slideViewPr>
    <p:cSldViewPr>
      <p:cViewPr varScale="1">
        <p:scale>
          <a:sx n="82" d="100"/>
          <a:sy n="82" d="100"/>
        </p:scale>
        <p:origin x="-1474" y="-9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Прямоугольник 22"/>
          <p:cNvSpPr/>
          <p:nvPr/>
        </p:nvSpPr>
        <p:spPr>
          <a:xfrm flipV="1">
            <a:off x="5410182" y="3810000"/>
            <a:ext cx="3733819" cy="91087"/>
          </a:xfrm>
          <a:prstGeom prst="rect">
            <a:avLst/>
          </a:prstGeom>
          <a:solidFill>
            <a:schemeClr val="accent2">
              <a:alpha val="10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4" name="Прямоугольник 23"/>
          <p:cNvSpPr/>
          <p:nvPr/>
        </p:nvSpPr>
        <p:spPr>
          <a:xfrm flipV="1">
            <a:off x="5410200" y="3897010"/>
            <a:ext cx="3733801" cy="192024"/>
          </a:xfrm>
          <a:prstGeom prst="rect">
            <a:avLst/>
          </a:prstGeom>
          <a:solidFill>
            <a:schemeClr val="accent2">
              <a:alpha val="5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5" name="Прямоугольник 24"/>
          <p:cNvSpPr/>
          <p:nvPr/>
        </p:nvSpPr>
        <p:spPr>
          <a:xfrm flipV="1">
            <a:off x="5410200" y="4115167"/>
            <a:ext cx="3733801" cy="9144"/>
          </a:xfrm>
          <a:prstGeom prst="rect">
            <a:avLst/>
          </a:prstGeom>
          <a:solidFill>
            <a:schemeClr val="accent2">
              <a:alpha val="65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6" name="Прямоугольник 25"/>
          <p:cNvSpPr/>
          <p:nvPr/>
        </p:nvSpPr>
        <p:spPr>
          <a:xfrm flipV="1">
            <a:off x="5410200" y="4164403"/>
            <a:ext cx="1965960" cy="18288"/>
          </a:xfrm>
          <a:prstGeom prst="rect">
            <a:avLst/>
          </a:prstGeom>
          <a:solidFill>
            <a:schemeClr val="accent2">
              <a:alpha val="6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7" name="Прямоугольник 26"/>
          <p:cNvSpPr/>
          <p:nvPr/>
        </p:nvSpPr>
        <p:spPr>
          <a:xfrm flipV="1">
            <a:off x="5410200" y="4199572"/>
            <a:ext cx="1965960" cy="9144"/>
          </a:xfrm>
          <a:prstGeom prst="rect">
            <a:avLst/>
          </a:prstGeom>
          <a:solidFill>
            <a:schemeClr val="accent2">
              <a:alpha val="65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 useBgFill="1">
        <p:nvSpPr>
          <p:cNvPr id="30" name="Скругленный прямоугольник 29"/>
          <p:cNvSpPr/>
          <p:nvPr/>
        </p:nvSpPr>
        <p:spPr bwMode="white">
          <a:xfrm>
            <a:off x="5410200" y="3962400"/>
            <a:ext cx="3063240" cy="27432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 useBgFill="1">
        <p:nvSpPr>
          <p:cNvPr id="31" name="Скругленный прямоугольник 30"/>
          <p:cNvSpPr/>
          <p:nvPr/>
        </p:nvSpPr>
        <p:spPr bwMode="white">
          <a:xfrm>
            <a:off x="7376507" y="4060983"/>
            <a:ext cx="1600200" cy="36576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7" name="Прямоугольник 6"/>
          <p:cNvSpPr/>
          <p:nvPr/>
        </p:nvSpPr>
        <p:spPr>
          <a:xfrm>
            <a:off x="1" y="3649662"/>
            <a:ext cx="9144000" cy="244170"/>
          </a:xfrm>
          <a:prstGeom prst="rect">
            <a:avLst/>
          </a:prstGeom>
          <a:solidFill>
            <a:schemeClr val="accent2">
              <a:alpha val="5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Прямоугольник 9"/>
          <p:cNvSpPr/>
          <p:nvPr/>
        </p:nvSpPr>
        <p:spPr>
          <a:xfrm>
            <a:off x="0" y="3675527"/>
            <a:ext cx="9144001" cy="140677"/>
          </a:xfrm>
          <a:prstGeom prst="rect">
            <a:avLst/>
          </a:prstGeom>
          <a:solidFill>
            <a:schemeClr val="accent2">
              <a:alpha val="10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1" name="Прямоугольник 10"/>
          <p:cNvSpPr/>
          <p:nvPr/>
        </p:nvSpPr>
        <p:spPr>
          <a:xfrm flipV="1">
            <a:off x="6414051" y="3643090"/>
            <a:ext cx="2729950" cy="248432"/>
          </a:xfrm>
          <a:prstGeom prst="rect">
            <a:avLst/>
          </a:prstGeom>
          <a:solidFill>
            <a:schemeClr val="accent2">
              <a:alpha val="10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9" name="Прямоугольник 18"/>
          <p:cNvSpPr/>
          <p:nvPr/>
        </p:nvSpPr>
        <p:spPr>
          <a:xfrm>
            <a:off x="0" y="0"/>
            <a:ext cx="9144000" cy="3701700"/>
          </a:xfrm>
          <a:prstGeom prst="rect">
            <a:avLst/>
          </a:prstGeom>
          <a:solidFill>
            <a:schemeClr val="tx2">
              <a:alpha val="10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Заголовок 7"/>
          <p:cNvSpPr>
            <a:spLocks noGrp="1"/>
          </p:cNvSpPr>
          <p:nvPr>
            <p:ph type="ctrTitle"/>
          </p:nvPr>
        </p:nvSpPr>
        <p:spPr>
          <a:xfrm>
            <a:off x="457200" y="2401887"/>
            <a:ext cx="8458200" cy="1470025"/>
          </a:xfrm>
        </p:spPr>
        <p:txBody>
          <a:bodyPr anchor="b"/>
          <a:lstStyle>
            <a:lvl1pPr>
              <a:defRPr sz="4400">
                <a:solidFill>
                  <a:schemeClr val="bg1"/>
                </a:solidFill>
              </a:defRPr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9" name="Подзаголовок 8"/>
          <p:cNvSpPr>
            <a:spLocks noGrp="1"/>
          </p:cNvSpPr>
          <p:nvPr>
            <p:ph type="subTitle" idx="1"/>
          </p:nvPr>
        </p:nvSpPr>
        <p:spPr>
          <a:xfrm>
            <a:off x="457200" y="3899938"/>
            <a:ext cx="4953000" cy="1752600"/>
          </a:xfrm>
        </p:spPr>
        <p:txBody>
          <a:bodyPr/>
          <a:lstStyle>
            <a:lvl1pPr marL="64008" indent="0" algn="l"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ru-RU" smtClean="0"/>
              <a:t>Образец подзаголовка</a:t>
            </a:r>
            <a:endParaRPr kumimoji="0" lang="en-US"/>
          </a:p>
        </p:txBody>
      </p:sp>
      <p:sp>
        <p:nvSpPr>
          <p:cNvPr id="28" name="Дата 27"/>
          <p:cNvSpPr>
            <a:spLocks noGrp="1"/>
          </p:cNvSpPr>
          <p:nvPr>
            <p:ph type="dt" sz="half" idx="10"/>
          </p:nvPr>
        </p:nvSpPr>
        <p:spPr>
          <a:xfrm>
            <a:off x="6705600" y="4206240"/>
            <a:ext cx="960120" cy="457200"/>
          </a:xfrm>
        </p:spPr>
        <p:txBody>
          <a:bodyPr/>
          <a:lstStyle/>
          <a:p>
            <a:fld id="{7EAF463A-BC7C-46EE-9F1E-7F377CCA4891}" type="datetimeFigureOut">
              <a:rPr lang="en-US" smtClean="0"/>
              <a:pPr/>
              <a:t>6/16/2025</a:t>
            </a:fld>
            <a:endParaRPr lang="en-US"/>
          </a:p>
        </p:txBody>
      </p:sp>
      <p:sp>
        <p:nvSpPr>
          <p:cNvPr id="17" name="Нижний колонтитул 16"/>
          <p:cNvSpPr>
            <a:spLocks noGrp="1"/>
          </p:cNvSpPr>
          <p:nvPr>
            <p:ph type="ftr" sz="quarter" idx="11"/>
          </p:nvPr>
        </p:nvSpPr>
        <p:spPr>
          <a:xfrm>
            <a:off x="5410200" y="4205288"/>
            <a:ext cx="1295400" cy="457200"/>
          </a:xfrm>
        </p:spPr>
        <p:txBody>
          <a:bodyPr/>
          <a:lstStyle/>
          <a:p>
            <a:endParaRPr lang="en-US"/>
          </a:p>
        </p:txBody>
      </p:sp>
      <p:sp>
        <p:nvSpPr>
          <p:cNvPr id="29" name="Номер слайда 28"/>
          <p:cNvSpPr>
            <a:spLocks noGrp="1"/>
          </p:cNvSpPr>
          <p:nvPr>
            <p:ph type="sldNum" sz="quarter" idx="12"/>
          </p:nvPr>
        </p:nvSpPr>
        <p:spPr>
          <a:xfrm>
            <a:off x="8320088" y="1136"/>
            <a:ext cx="747712" cy="365760"/>
          </a:xfrm>
        </p:spPr>
        <p:txBody>
          <a:bodyPr/>
          <a:lstStyle>
            <a:lvl1pPr algn="r">
              <a:defRPr sz="1800">
                <a:solidFill>
                  <a:schemeClr val="bg1"/>
                </a:solidFill>
              </a:defRPr>
            </a:lvl1pPr>
          </a:lstStyle>
          <a:p>
            <a:fld id="{A483448D-3A78-4528-A469-B745A65DA4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AF463A-BC7C-46EE-9F1E-7F377CCA4891}" type="datetimeFigureOut">
              <a:rPr lang="en-US" smtClean="0"/>
              <a:pPr/>
              <a:t>6/16/2025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3448D-3A78-4528-A469-B745A65DA4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1981200"/>
            <a:ext cx="7772400" cy="1362075"/>
          </a:xfrm>
        </p:spPr>
        <p:txBody>
          <a:bodyPr anchor="b">
            <a:noAutofit/>
          </a:bodyPr>
          <a:lstStyle>
            <a:lvl1pPr algn="l">
              <a:buNone/>
              <a:defRPr sz="4300" b="1" cap="none" baseline="0">
                <a:ln w="12700">
                  <a:solidFill>
                    <a:schemeClr val="accent2">
                      <a:shade val="90000"/>
                      <a:satMod val="150000"/>
                    </a:schemeClr>
                  </a:solidFill>
                </a:ln>
                <a:solidFill>
                  <a:srgbClr val="FFFFFF"/>
                </a:solidFill>
                <a:effectLst>
                  <a:outerShdw blurRad="38100" dist="381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3367088"/>
            <a:ext cx="7772400" cy="1509712"/>
          </a:xfrm>
        </p:spPr>
        <p:txBody>
          <a:bodyPr anchor="t"/>
          <a:lstStyle>
            <a:lvl1pPr marL="45720" indent="0">
              <a:buNone/>
              <a:defRPr sz="2100" b="0">
                <a:solidFill>
                  <a:schemeClr val="tx2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AF463A-BC7C-46EE-9F1E-7F377CCA4891}" type="datetimeFigureOut">
              <a:rPr lang="en-US" smtClean="0"/>
              <a:pPr/>
              <a:t>6/16/2025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3448D-3A78-4528-A469-B745A65DA4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2249424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19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2249424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19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AF463A-BC7C-46EE-9F1E-7F377CCA4891}" type="datetimeFigureOut">
              <a:rPr lang="en-US" smtClean="0"/>
              <a:pPr/>
              <a:t>6/16/2025</a:t>
            </a:fld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3448D-3A78-4528-A469-B745A65DA4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81000" y="1143000"/>
            <a:ext cx="8382000" cy="1069848"/>
          </a:xfrm>
        </p:spPr>
        <p:txBody>
          <a:bodyPr anchor="ctr"/>
          <a:lstStyle>
            <a:lvl1pPr>
              <a:defRPr sz="4000" b="0" i="0" cap="none" baseline="0"/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381000" y="2244970"/>
            <a:ext cx="4041648" cy="457200"/>
          </a:xfrm>
          <a:solidFill>
            <a:schemeClr val="accent2">
              <a:satMod val="150000"/>
              <a:alpha val="25000"/>
            </a:schemeClr>
          </a:solidFill>
          <a:ln w="12700">
            <a:solidFill>
              <a:schemeClr val="accent2"/>
            </a:solidFill>
          </a:ln>
        </p:spPr>
        <p:txBody>
          <a:bodyPr anchor="ctr">
            <a:noAutofit/>
          </a:bodyPr>
          <a:lstStyle>
            <a:lvl1pPr marL="45720" indent="0">
              <a:buNone/>
              <a:defRPr sz="1900" b="1">
                <a:solidFill>
                  <a:schemeClr val="tx1">
                    <a:tint val="95000"/>
                  </a:schemeClr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3"/>
          </p:nvPr>
        </p:nvSpPr>
        <p:spPr>
          <a:xfrm>
            <a:off x="4721225" y="2244970"/>
            <a:ext cx="4041775" cy="457200"/>
          </a:xfrm>
          <a:solidFill>
            <a:schemeClr val="accent2">
              <a:satMod val="150000"/>
              <a:alpha val="25000"/>
            </a:schemeClr>
          </a:solidFill>
          <a:ln w="12700">
            <a:solidFill>
              <a:schemeClr val="accent2"/>
            </a:solidFill>
          </a:ln>
        </p:spPr>
        <p:txBody>
          <a:bodyPr anchor="ctr">
            <a:noAutofit/>
          </a:bodyPr>
          <a:lstStyle>
            <a:lvl1pPr marL="45720" indent="0">
              <a:buNone/>
              <a:defRPr sz="1900" b="1">
                <a:solidFill>
                  <a:schemeClr val="tx1">
                    <a:tint val="95000"/>
                  </a:schemeClr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5" name="Содержимое 4"/>
          <p:cNvSpPr>
            <a:spLocks noGrp="1"/>
          </p:cNvSpPr>
          <p:nvPr>
            <p:ph sz="quarter" idx="2"/>
          </p:nvPr>
        </p:nvSpPr>
        <p:spPr>
          <a:xfrm>
            <a:off x="381000" y="2708519"/>
            <a:ext cx="4041648" cy="388620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718304" y="2708519"/>
            <a:ext cx="4041775" cy="388620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26" name="Дата 25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fld id="{7EAF463A-BC7C-46EE-9F1E-7F377CCA4891}" type="datetimeFigureOut">
              <a:rPr lang="en-US" smtClean="0"/>
              <a:pPr/>
              <a:t>6/16/2025</a:t>
            </a:fld>
            <a:endParaRPr lang="en-US"/>
          </a:p>
        </p:txBody>
      </p:sp>
      <p:sp>
        <p:nvSpPr>
          <p:cNvPr id="27" name="Номер слайда 26"/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/>
          <a:p>
            <a:fld id="{A483448D-3A78-4528-A469-B745A65DA48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Нижний колонтитул 27"/>
          <p:cNvSpPr>
            <a:spLocks noGrp="1"/>
          </p:cNvSpPr>
          <p:nvPr>
            <p:ph type="ftr" sz="quarter" idx="12"/>
          </p:nvPr>
        </p:nvSpPr>
        <p:spPr/>
        <p:txBody>
          <a:bodyPr rtlCol="0"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1143000"/>
            <a:ext cx="8229600" cy="1069848"/>
          </a:xfrm>
        </p:spPr>
        <p:txBody>
          <a:bodyPr anchor="ctr"/>
          <a:lstStyle>
            <a:lvl1pPr>
              <a:defRPr sz="4000">
                <a:solidFill>
                  <a:schemeClr val="tx2"/>
                </a:solidFill>
              </a:defRPr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>
          <a:xfrm>
            <a:off x="6583680" y="612648"/>
            <a:ext cx="957264" cy="457200"/>
          </a:xfrm>
        </p:spPr>
        <p:txBody>
          <a:bodyPr/>
          <a:lstStyle/>
          <a:p>
            <a:fld id="{7EAF463A-BC7C-46EE-9F1E-7F377CCA4891}" type="datetimeFigureOut">
              <a:rPr lang="en-US" smtClean="0"/>
              <a:pPr/>
              <a:t>6/16/2025</a:t>
            </a:fld>
            <a:endParaRPr lang="en-US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>
          <a:xfrm>
            <a:off x="5257800" y="612648"/>
            <a:ext cx="1325880" cy="45720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>
          <a:xfrm>
            <a:off x="8174736" y="2272"/>
            <a:ext cx="762000" cy="365760"/>
          </a:xfrm>
        </p:spPr>
        <p:txBody>
          <a:bodyPr/>
          <a:lstStyle/>
          <a:p>
            <a:fld id="{A483448D-3A78-4528-A469-B745A65DA4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AF463A-BC7C-46EE-9F1E-7F377CCA4891}" type="datetimeFigureOut">
              <a:rPr lang="en-US" smtClean="0"/>
              <a:pPr/>
              <a:t>6/16/2025</a:t>
            </a:fld>
            <a:endParaRPr lang="en-US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3448D-3A78-4528-A469-B745A65DA4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353496" y="1101970"/>
            <a:ext cx="3383280" cy="877824"/>
          </a:xfrm>
        </p:spPr>
        <p:txBody>
          <a:bodyPr anchor="b"/>
          <a:lstStyle>
            <a:lvl1pPr algn="l">
              <a:buNone/>
              <a:defRPr sz="1800" b="1"/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2"/>
          </p:nvPr>
        </p:nvSpPr>
        <p:spPr>
          <a:xfrm>
            <a:off x="5353496" y="2010727"/>
            <a:ext cx="3383280" cy="4617720"/>
          </a:xfrm>
        </p:spPr>
        <p:txBody>
          <a:bodyPr/>
          <a:lstStyle>
            <a:lvl1pPr marL="9144" indent="0">
              <a:buNone/>
              <a:defRPr sz="14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1"/>
          </p:nvPr>
        </p:nvSpPr>
        <p:spPr>
          <a:xfrm>
            <a:off x="152400" y="776287"/>
            <a:ext cx="5102352" cy="585216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AF463A-BC7C-46EE-9F1E-7F377CCA4891}" type="datetimeFigureOut">
              <a:rPr lang="en-US" smtClean="0"/>
              <a:pPr/>
              <a:t>6/16/2025</a:t>
            </a:fld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3448D-3A78-4528-A469-B745A65DA4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440434" y="1109160"/>
            <a:ext cx="586803" cy="4681637"/>
          </a:xfrm>
        </p:spPr>
        <p:txBody>
          <a:bodyPr vert="vert270" lIns="45720" tIns="0" rIns="45720" anchor="t"/>
          <a:lstStyle>
            <a:lvl1pPr algn="ctr">
              <a:buNone/>
              <a:defRPr sz="2000" b="1"/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403671" y="1143000"/>
            <a:ext cx="4572000" cy="4572000"/>
          </a:xfrm>
          <a:solidFill>
            <a:srgbClr val="EAEAEA"/>
          </a:solidFill>
          <a:ln w="50800">
            <a:solidFill>
              <a:srgbClr val="FFFFFF"/>
            </a:solidFill>
            <a:miter lim="800000"/>
          </a:ln>
          <a:effectLst>
            <a:outerShdw blurRad="57150" dist="31750" dir="4800000" algn="tl" rotWithShape="0">
              <a:srgbClr val="000000">
                <a:alpha val="2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 contourW="2540">
            <a:bevelT w="25400" h="19050"/>
            <a:contourClr>
              <a:srgbClr val="AEAEAE"/>
            </a:contourClr>
          </a:sp3d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kumimoji="0" lang="ru-RU" smtClean="0"/>
              <a:t>Вставка рисунка</a:t>
            </a:r>
            <a:endParaRPr kumimoji="0" lang="en-US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6088443" y="3274308"/>
            <a:ext cx="2590800" cy="2516489"/>
          </a:xfrm>
        </p:spPr>
        <p:txBody>
          <a:bodyPr lIns="0" tIns="0" rIns="4572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300"/>
            </a:lvl1pPr>
            <a:lvl2pPr>
              <a:buFontTx/>
              <a:buNone/>
              <a:defRPr sz="1200"/>
            </a:lvl2pPr>
            <a:lvl3pPr>
              <a:buFontTx/>
              <a:buNone/>
              <a:defRPr sz="1000"/>
            </a:lvl3pPr>
            <a:lvl4pPr>
              <a:buFontTx/>
              <a:buNone/>
              <a:defRPr sz="900"/>
            </a:lvl4pPr>
            <a:lvl5pPr>
              <a:buFontTx/>
              <a:buNone/>
              <a:defRPr sz="900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AF463A-BC7C-46EE-9F1E-7F377CCA4891}" type="datetimeFigureOut">
              <a:rPr lang="en-US" smtClean="0"/>
              <a:pPr/>
              <a:t>6/16/2025</a:t>
            </a:fld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3448D-3A78-4528-A469-B745A65DA4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AF463A-BC7C-46EE-9F1E-7F377CCA4891}" type="datetimeFigureOut">
              <a:rPr lang="en-US" smtClean="0"/>
              <a:pPr/>
              <a:t>6/16/2025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3448D-3A78-4528-A469-B745A65DA4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781800" y="1143000"/>
            <a:ext cx="1905000" cy="5486400"/>
          </a:xfrm>
        </p:spPr>
        <p:txBody>
          <a:bodyPr vert="eaVert"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1143000"/>
            <a:ext cx="6248400" cy="5486400"/>
          </a:xfrm>
        </p:spPr>
        <p:txBody>
          <a:bodyPr vert="eaVert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AF463A-BC7C-46EE-9F1E-7F377CCA4891}" type="datetimeFigureOut">
              <a:rPr lang="en-US" smtClean="0"/>
              <a:pPr/>
              <a:t>6/16/2025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3448D-3A78-4528-A469-B745A65DA48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Прямоугольник 27"/>
          <p:cNvSpPr/>
          <p:nvPr/>
        </p:nvSpPr>
        <p:spPr>
          <a:xfrm>
            <a:off x="1" y="366818"/>
            <a:ext cx="9144000" cy="84407"/>
          </a:xfrm>
          <a:prstGeom prst="rect">
            <a:avLst/>
          </a:prstGeom>
          <a:solidFill>
            <a:schemeClr val="accent2">
              <a:alpha val="5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9" name="Прямоугольник 28"/>
          <p:cNvSpPr/>
          <p:nvPr/>
        </p:nvSpPr>
        <p:spPr>
          <a:xfrm>
            <a:off x="0" y="-1"/>
            <a:ext cx="9144000" cy="310663"/>
          </a:xfrm>
          <a:prstGeom prst="rect">
            <a:avLst/>
          </a:prstGeom>
          <a:solidFill>
            <a:schemeClr val="tx2">
              <a:alpha val="10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0" name="Прямоугольник 29"/>
          <p:cNvSpPr/>
          <p:nvPr/>
        </p:nvSpPr>
        <p:spPr>
          <a:xfrm>
            <a:off x="0" y="308276"/>
            <a:ext cx="9144001" cy="91441"/>
          </a:xfrm>
          <a:prstGeom prst="rect">
            <a:avLst/>
          </a:prstGeom>
          <a:solidFill>
            <a:schemeClr val="accent2">
              <a:alpha val="10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1" name="Прямоугольник 30"/>
          <p:cNvSpPr/>
          <p:nvPr/>
        </p:nvSpPr>
        <p:spPr>
          <a:xfrm flipV="1">
            <a:off x="5410182" y="360246"/>
            <a:ext cx="3733819" cy="91087"/>
          </a:xfrm>
          <a:prstGeom prst="rect">
            <a:avLst/>
          </a:prstGeom>
          <a:solidFill>
            <a:schemeClr val="accent2">
              <a:alpha val="10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2" name="Прямоугольник 31"/>
          <p:cNvSpPr/>
          <p:nvPr/>
        </p:nvSpPr>
        <p:spPr>
          <a:xfrm flipV="1">
            <a:off x="5410200" y="440112"/>
            <a:ext cx="3733801" cy="180035"/>
          </a:xfrm>
          <a:prstGeom prst="rect">
            <a:avLst/>
          </a:prstGeom>
          <a:solidFill>
            <a:schemeClr val="accent2">
              <a:alpha val="5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 useBgFill="1">
        <p:nvSpPr>
          <p:cNvPr id="33" name="Скругленный прямоугольник 32"/>
          <p:cNvSpPr/>
          <p:nvPr/>
        </p:nvSpPr>
        <p:spPr bwMode="white">
          <a:xfrm>
            <a:off x="5407339" y="497504"/>
            <a:ext cx="3063240" cy="27432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 useBgFill="1">
        <p:nvSpPr>
          <p:cNvPr id="34" name="Скругленный прямоугольник 33"/>
          <p:cNvSpPr/>
          <p:nvPr/>
        </p:nvSpPr>
        <p:spPr bwMode="white">
          <a:xfrm>
            <a:off x="7373646" y="588943"/>
            <a:ext cx="1600200" cy="36576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5" name="Прямоугольник 34"/>
          <p:cNvSpPr/>
          <p:nvPr/>
        </p:nvSpPr>
        <p:spPr bwMode="invGray">
          <a:xfrm>
            <a:off x="9084966" y="-2001"/>
            <a:ext cx="57626" cy="621792"/>
          </a:xfrm>
          <a:prstGeom prst="rect">
            <a:avLst/>
          </a:prstGeom>
          <a:solidFill>
            <a:srgbClr val="FFFFFF">
              <a:alpha val="65098"/>
            </a:srgb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36" name="Прямоугольник 35"/>
          <p:cNvSpPr/>
          <p:nvPr/>
        </p:nvSpPr>
        <p:spPr bwMode="invGray">
          <a:xfrm>
            <a:off x="9044481" y="-2001"/>
            <a:ext cx="27432" cy="621792"/>
          </a:xfrm>
          <a:prstGeom prst="rect">
            <a:avLst/>
          </a:prstGeom>
          <a:solidFill>
            <a:srgbClr val="FFFFFF">
              <a:alpha val="65098"/>
            </a:srgb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37" name="Прямоугольник 36"/>
          <p:cNvSpPr/>
          <p:nvPr/>
        </p:nvSpPr>
        <p:spPr bwMode="invGray">
          <a:xfrm>
            <a:off x="9025428" y="-2001"/>
            <a:ext cx="9144" cy="621792"/>
          </a:xfrm>
          <a:prstGeom prst="rect">
            <a:avLst/>
          </a:prstGeom>
          <a:solidFill>
            <a:srgbClr val="FFFFFF">
              <a:alpha val="60000"/>
            </a:srgb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8" name="Прямоугольник 37"/>
          <p:cNvSpPr/>
          <p:nvPr/>
        </p:nvSpPr>
        <p:spPr bwMode="invGray">
          <a:xfrm>
            <a:off x="8975423" y="-2001"/>
            <a:ext cx="27432" cy="621792"/>
          </a:xfrm>
          <a:prstGeom prst="rect">
            <a:avLst/>
          </a:prstGeom>
          <a:solidFill>
            <a:srgbClr val="FFFFFF">
              <a:alpha val="40000"/>
            </a:srgb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9" name="Прямоугольник 38"/>
          <p:cNvSpPr/>
          <p:nvPr/>
        </p:nvSpPr>
        <p:spPr bwMode="invGray">
          <a:xfrm>
            <a:off x="8915677" y="380"/>
            <a:ext cx="54864" cy="585216"/>
          </a:xfrm>
          <a:prstGeom prst="rect">
            <a:avLst/>
          </a:prstGeom>
          <a:solidFill>
            <a:srgbClr val="FFFFFF">
              <a:alpha val="20000"/>
            </a:srgb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40" name="Прямоугольник 39"/>
          <p:cNvSpPr/>
          <p:nvPr/>
        </p:nvSpPr>
        <p:spPr bwMode="invGray">
          <a:xfrm>
            <a:off x="8873475" y="380"/>
            <a:ext cx="9144" cy="585216"/>
          </a:xfrm>
          <a:prstGeom prst="rect">
            <a:avLst/>
          </a:prstGeom>
          <a:solidFill>
            <a:srgbClr val="FFFFFF">
              <a:alpha val="30196"/>
            </a:srgb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2" name="Заголовок 21"/>
          <p:cNvSpPr>
            <a:spLocks noGrp="1"/>
          </p:cNvSpPr>
          <p:nvPr>
            <p:ph type="title"/>
          </p:nvPr>
        </p:nvSpPr>
        <p:spPr>
          <a:xfrm>
            <a:off x="457200" y="1143000"/>
            <a:ext cx="8229600" cy="1066800"/>
          </a:xfrm>
          <a:prstGeom prst="rect">
            <a:avLst/>
          </a:prstGeom>
        </p:spPr>
        <p:txBody>
          <a:bodyPr vert="horz" anchor="ctr">
            <a:normAutofit/>
          </a:bodyPr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13" name="Текст 12"/>
          <p:cNvSpPr>
            <a:spLocks noGrp="1"/>
          </p:cNvSpPr>
          <p:nvPr>
            <p:ph type="body" idx="1"/>
          </p:nvPr>
        </p:nvSpPr>
        <p:spPr>
          <a:xfrm>
            <a:off x="457200" y="2249424"/>
            <a:ext cx="8229600" cy="4325112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ru-RU" smtClean="0"/>
              <a:t>Образец текста</a:t>
            </a:r>
          </a:p>
          <a:p>
            <a:pPr lvl="1" eaLnBrk="1" latinLnBrk="0" hangingPunct="1"/>
            <a:r>
              <a:rPr kumimoji="0" lang="ru-RU" smtClean="0"/>
              <a:t>Второй уровень</a:t>
            </a:r>
          </a:p>
          <a:p>
            <a:pPr lvl="2" eaLnBrk="1" latinLnBrk="0" hangingPunct="1"/>
            <a:r>
              <a:rPr kumimoji="0" lang="ru-RU" smtClean="0"/>
              <a:t>Третий уровень</a:t>
            </a:r>
          </a:p>
          <a:p>
            <a:pPr lvl="3" eaLnBrk="1" latinLnBrk="0" hangingPunct="1"/>
            <a:r>
              <a:rPr kumimoji="0" lang="ru-RU" smtClean="0"/>
              <a:t>Четвертый уровень</a:t>
            </a:r>
          </a:p>
          <a:p>
            <a:pPr lvl="4" eaLnBrk="1" latinLnBrk="0" hangingPunct="1"/>
            <a:r>
              <a:rPr kumimoji="0" lang="ru-RU" smtClean="0"/>
              <a:t>Пятый уровень</a:t>
            </a:r>
            <a:endParaRPr kumimoji="0" lang="en-US"/>
          </a:p>
        </p:txBody>
      </p:sp>
      <p:sp>
        <p:nvSpPr>
          <p:cNvPr id="14" name="Дата 13"/>
          <p:cNvSpPr>
            <a:spLocks noGrp="1"/>
          </p:cNvSpPr>
          <p:nvPr>
            <p:ph type="dt" sz="half" idx="2"/>
          </p:nvPr>
        </p:nvSpPr>
        <p:spPr>
          <a:xfrm>
            <a:off x="6586536" y="612648"/>
            <a:ext cx="957264" cy="45720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800">
                <a:solidFill>
                  <a:schemeClr val="accent2"/>
                </a:solidFill>
              </a:defRPr>
            </a:lvl1pPr>
          </a:lstStyle>
          <a:p>
            <a:fld id="{7EAF463A-BC7C-46EE-9F1E-7F377CCA4891}" type="datetimeFigureOut">
              <a:rPr lang="en-US" smtClean="0"/>
              <a:pPr/>
              <a:t>6/16/2025</a:t>
            </a:fld>
            <a:endParaRPr lang="en-US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3"/>
          </p:nvPr>
        </p:nvSpPr>
        <p:spPr>
          <a:xfrm>
            <a:off x="5257800" y="612648"/>
            <a:ext cx="1325880" cy="45720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800">
                <a:solidFill>
                  <a:schemeClr val="accent2"/>
                </a:solidFill>
              </a:defRPr>
            </a:lvl1pPr>
          </a:lstStyle>
          <a:p>
            <a:endParaRPr lang="en-US"/>
          </a:p>
        </p:txBody>
      </p:sp>
      <p:sp>
        <p:nvSpPr>
          <p:cNvPr id="23" name="Номер слайда 22"/>
          <p:cNvSpPr>
            <a:spLocks noGrp="1"/>
          </p:cNvSpPr>
          <p:nvPr>
            <p:ph type="sldNum" sz="quarter" idx="4"/>
          </p:nvPr>
        </p:nvSpPr>
        <p:spPr>
          <a:xfrm>
            <a:off x="8174736" y="2272"/>
            <a:ext cx="762000" cy="365760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800">
                <a:solidFill>
                  <a:srgbClr val="FFFFFF"/>
                </a:solidFill>
              </a:defRPr>
            </a:lvl1pPr>
          </a:lstStyle>
          <a:p>
            <a:fld id="{A483448D-3A78-4528-A469-B745A65DA480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rtl="0" eaLnBrk="1" latinLnBrk="0" hangingPunct="1">
        <a:spcBef>
          <a:spcPct val="0"/>
        </a:spcBef>
        <a:buNone/>
        <a:defRPr kumimoji="0" sz="40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65760" indent="-256032" algn="l" rtl="0" eaLnBrk="1" latinLnBrk="0" hangingPunct="1">
        <a:spcBef>
          <a:spcPts val="300"/>
        </a:spcBef>
        <a:buClr>
          <a:schemeClr val="accent3"/>
        </a:buClr>
        <a:buFont typeface="Georgia"/>
        <a:buChar char="•"/>
        <a:defRPr kumimoji="0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58368" indent="-246888" algn="l" rtl="0" eaLnBrk="1" latinLnBrk="0" hangingPunct="1">
        <a:spcBef>
          <a:spcPts val="300"/>
        </a:spcBef>
        <a:buClr>
          <a:schemeClr val="accent2"/>
        </a:buClr>
        <a:buFont typeface="Georgia"/>
        <a:buChar char="▫"/>
        <a:defRPr kumimoji="0" sz="2600" kern="1200">
          <a:solidFill>
            <a:schemeClr val="accent2"/>
          </a:solidFill>
          <a:latin typeface="+mn-lt"/>
          <a:ea typeface="+mn-ea"/>
          <a:cs typeface="+mn-cs"/>
        </a:defRPr>
      </a:lvl2pPr>
      <a:lvl3pPr marL="923544" indent="-219456" algn="l" rtl="0" eaLnBrk="1" latinLnBrk="0" hangingPunct="1">
        <a:spcBef>
          <a:spcPts val="300"/>
        </a:spcBef>
        <a:buClr>
          <a:schemeClr val="accent1"/>
        </a:buClr>
        <a:buFont typeface="Wingdings 2"/>
        <a:buChar char=""/>
        <a:defRPr kumimoji="0" sz="2400" kern="1200">
          <a:solidFill>
            <a:schemeClr val="accent1"/>
          </a:solidFill>
          <a:latin typeface="+mn-lt"/>
          <a:ea typeface="+mn-ea"/>
          <a:cs typeface="+mn-cs"/>
        </a:defRPr>
      </a:lvl3pPr>
      <a:lvl4pPr marL="1179576" indent="-201168" algn="l" rtl="0" eaLnBrk="1" latinLnBrk="0" hangingPunct="1">
        <a:spcBef>
          <a:spcPts val="300"/>
        </a:spcBef>
        <a:buClr>
          <a:schemeClr val="accent1"/>
        </a:buClr>
        <a:buFont typeface="Wingdings 2"/>
        <a:buChar char=""/>
        <a:defRPr kumimoji="0" sz="2200" kern="1200">
          <a:solidFill>
            <a:schemeClr val="accent1"/>
          </a:solidFill>
          <a:latin typeface="+mn-lt"/>
          <a:ea typeface="+mn-ea"/>
          <a:cs typeface="+mn-cs"/>
        </a:defRPr>
      </a:lvl4pPr>
      <a:lvl5pPr marL="1389888" indent="-182880" algn="l" rtl="0" eaLnBrk="1" latinLnBrk="0" hangingPunct="1">
        <a:spcBef>
          <a:spcPts val="300"/>
        </a:spcBef>
        <a:buClr>
          <a:schemeClr val="accent3"/>
        </a:buClr>
        <a:buFont typeface="Georgia"/>
        <a:buChar char="▫"/>
        <a:defRPr kumimoji="0" sz="2000" kern="1200">
          <a:solidFill>
            <a:schemeClr val="accent3"/>
          </a:solidFill>
          <a:latin typeface="+mn-lt"/>
          <a:ea typeface="+mn-ea"/>
          <a:cs typeface="+mn-cs"/>
        </a:defRPr>
      </a:lvl5pPr>
      <a:lvl6pPr marL="1609344" indent="-182880" algn="l" rtl="0" eaLnBrk="1" latinLnBrk="0" hangingPunct="1">
        <a:spcBef>
          <a:spcPts val="300"/>
        </a:spcBef>
        <a:buClr>
          <a:schemeClr val="accent3"/>
        </a:buClr>
        <a:buFont typeface="Georgia"/>
        <a:buChar char="▫"/>
        <a:defRPr kumimoji="0" sz="1800" kern="1200">
          <a:solidFill>
            <a:schemeClr val="accent3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chemeClr val="accent3"/>
        </a:buClr>
        <a:buFont typeface="Georgia"/>
        <a:buChar char="▫"/>
        <a:defRPr kumimoji="0" sz="1600" kern="1200">
          <a:solidFill>
            <a:schemeClr val="accent3"/>
          </a:solidFill>
          <a:latin typeface="+mn-lt"/>
          <a:ea typeface="+mn-ea"/>
          <a:cs typeface="+mn-cs"/>
        </a:defRPr>
      </a:lvl7pPr>
      <a:lvl8pPr marL="2029968" indent="-182880" algn="l" rtl="0" eaLnBrk="1" latinLnBrk="0" hangingPunct="1">
        <a:spcBef>
          <a:spcPts val="300"/>
        </a:spcBef>
        <a:buClr>
          <a:schemeClr val="accent3"/>
        </a:buClr>
        <a:buFont typeface="Georgia"/>
        <a:buChar char="◦"/>
        <a:defRPr kumimoji="0" sz="1500" kern="1200">
          <a:solidFill>
            <a:schemeClr val="accent3"/>
          </a:solidFill>
          <a:latin typeface="+mn-lt"/>
          <a:ea typeface="+mn-ea"/>
          <a:cs typeface="+mn-cs"/>
        </a:defRPr>
      </a:lvl8pPr>
      <a:lvl9pPr marL="2240280" indent="-182880" algn="l" rtl="0" eaLnBrk="1" latinLnBrk="0" hangingPunct="1">
        <a:spcBef>
          <a:spcPts val="300"/>
        </a:spcBef>
        <a:buClr>
          <a:schemeClr val="accent3"/>
        </a:buClr>
        <a:buFont typeface="Georgia"/>
        <a:buChar char="◦"/>
        <a:defRPr kumimoji="0" sz="1400" kern="1200" baseline="0">
          <a:solidFill>
            <a:schemeClr val="accent3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Сайт-визитка строительной компании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/>
          </a:bodyPr>
          <a:lstStyle/>
          <a:p>
            <a:r>
              <a:rPr lang="ru-RU" dirty="0"/>
              <a:t>Веснина Елизавета Андреевна</a:t>
            </a:r>
          </a:p>
          <a:p>
            <a:r>
              <a:rPr lang="ru-RU" dirty="0"/>
              <a:t>Василенко Дарья Олеговна</a:t>
            </a:r>
          </a:p>
          <a:p>
            <a:r>
              <a:rPr lang="ru-RU" dirty="0"/>
              <a:t>Киященко Ирина Владимировна</a:t>
            </a:r>
          </a:p>
          <a:p>
            <a:r>
              <a:rPr lang="ru-RU" dirty="0" err="1"/>
              <a:t>Татаров</a:t>
            </a:r>
            <a:r>
              <a:rPr lang="ru-RU" dirty="0"/>
              <a:t> Данил Сергеевич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Содержание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о команде и ролях в команде</a:t>
            </a:r>
          </a:p>
          <a:p>
            <a:r>
              <a:rPr lang="ru-RU" dirty="0"/>
              <a:t>о проектировании сайта</a:t>
            </a:r>
          </a:p>
          <a:p>
            <a:r>
              <a:rPr lang="ru-RU" dirty="0"/>
              <a:t>о дизайне сайта</a:t>
            </a:r>
          </a:p>
          <a:p>
            <a:r>
              <a:rPr lang="ru-RU" dirty="0"/>
              <a:t>о вёрстке сайта</a:t>
            </a:r>
          </a:p>
          <a:p>
            <a:r>
              <a:rPr lang="ru-RU" dirty="0"/>
              <a:t>о написании кода на сайте</a:t>
            </a:r>
          </a:p>
          <a:p>
            <a:r>
              <a:rPr lang="ru-RU" dirty="0"/>
              <a:t>о руководстве администратора сайта</a:t>
            </a:r>
          </a:p>
          <a:p>
            <a:r>
              <a:rPr lang="ru-RU" dirty="0"/>
              <a:t>о тестировании</a:t>
            </a:r>
          </a:p>
          <a:p>
            <a:r>
              <a:rPr lang="ru-RU" dirty="0"/>
              <a:t>о развёртывании</a:t>
            </a:r>
          </a:p>
          <a:p>
            <a:r>
              <a:rPr lang="ru-RU" dirty="0"/>
              <a:t>о смете</a:t>
            </a:r>
          </a:p>
          <a:p>
            <a:endParaRPr lang="ru-RU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О команде и ролях в команде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Дизайнер (UI/UX) - Василенко Дарья Олеговна.</a:t>
            </a:r>
          </a:p>
          <a:p>
            <a:r>
              <a:rPr lang="ru-RU" dirty="0"/>
              <a:t>Верстальщик, Программист - Веснина Елизавета Андреевна.</a:t>
            </a:r>
          </a:p>
          <a:p>
            <a:r>
              <a:rPr lang="ru-RU" dirty="0"/>
              <a:t>Тестировщик- Киященко Ирина Владимировна.</a:t>
            </a:r>
          </a:p>
          <a:p>
            <a:r>
              <a:rPr lang="ru-RU" dirty="0"/>
              <a:t>Менеджер проекта - </a:t>
            </a:r>
            <a:r>
              <a:rPr lang="ru-RU" dirty="0" err="1"/>
              <a:t>Татаров</a:t>
            </a:r>
            <a:r>
              <a:rPr lang="ru-RU" dirty="0"/>
              <a:t> Данил Сергеевич.</a:t>
            </a:r>
          </a:p>
          <a:p>
            <a:endParaRPr lang="ru-RU" dirty="0"/>
          </a:p>
          <a:p>
            <a:endParaRPr lang="ru-RU" dirty="0"/>
          </a:p>
          <a:p>
            <a:endParaRPr lang="ru-RU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о проектировании сайта</a:t>
            </a:r>
          </a:p>
        </p:txBody>
      </p:sp>
      <p:sp>
        <p:nvSpPr>
          <p:cNvPr id="5" name="Содержимое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Общие требования</a:t>
            </a:r>
          </a:p>
          <a:p>
            <a:r>
              <a:rPr lang="ru-RU" dirty="0"/>
              <a:t>Требования к дизайну сайта</a:t>
            </a:r>
          </a:p>
          <a:p>
            <a:r>
              <a:rPr lang="ru-RU" dirty="0"/>
              <a:t>Требования к функциональности сайта</a:t>
            </a:r>
          </a:p>
          <a:p>
            <a:r>
              <a:rPr lang="ru-RU" dirty="0"/>
              <a:t>Требования к содержимому сайта</a:t>
            </a:r>
          </a:p>
          <a:p>
            <a:r>
              <a:rPr lang="ru-RU" dirty="0"/>
              <a:t>Детальное описание блоков сайта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304800"/>
            <a:ext cx="8229600" cy="944562"/>
          </a:xfrm>
        </p:spPr>
        <p:txBody>
          <a:bodyPr>
            <a:normAutofit/>
          </a:bodyPr>
          <a:lstStyle/>
          <a:p>
            <a:r>
              <a:rPr lang="ru-RU" dirty="0"/>
              <a:t>Графическая схема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xmlns="" id="{4D153F9B-B18B-4A6B-9AB2-291A7019CE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0" y="1371600"/>
            <a:ext cx="9144000" cy="5108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21964208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304800"/>
            <a:ext cx="8229600" cy="944562"/>
          </a:xfrm>
        </p:spPr>
        <p:txBody>
          <a:bodyPr>
            <a:normAutofit/>
          </a:bodyPr>
          <a:lstStyle/>
          <a:p>
            <a:r>
              <a:rPr lang="ru-RU" dirty="0"/>
              <a:t>Графическая схема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xmlns="" id="{DBC1578C-AE48-4DB0-B1CC-ADD60670BD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0" y="1283574"/>
            <a:ext cx="9144000" cy="5139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11708356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304800"/>
            <a:ext cx="8229600" cy="944562"/>
          </a:xfrm>
        </p:spPr>
        <p:txBody>
          <a:bodyPr>
            <a:normAutofit/>
          </a:bodyPr>
          <a:lstStyle/>
          <a:p>
            <a:r>
              <a:rPr lang="ru-RU" dirty="0"/>
              <a:t>Графическая схема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xmlns="" id="{58887DF8-40AE-48B7-A55C-FE6CF97398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0" y="1269578"/>
            <a:ext cx="9144000" cy="5140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35467922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Требования к содержимому сайта</a:t>
            </a:r>
          </a:p>
        </p:txBody>
      </p:sp>
      <p:sp>
        <p:nvSpPr>
          <p:cNvPr id="5" name="Содержимое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Необходимо создать следующие блоки сайта:</a:t>
            </a:r>
          </a:p>
          <a:p>
            <a:r>
              <a:rPr lang="ru-RU" dirty="0"/>
              <a:t>1. Блок «О компании».</a:t>
            </a:r>
          </a:p>
          <a:p>
            <a:r>
              <a:rPr lang="ru-RU" dirty="0"/>
              <a:t>2. Блок «Услуги».</a:t>
            </a:r>
          </a:p>
          <a:p>
            <a:r>
              <a:rPr lang="ru-RU" dirty="0"/>
              <a:t>3. Блок «Преимущества».</a:t>
            </a:r>
          </a:p>
          <a:p>
            <a:r>
              <a:rPr lang="ru-RU" dirty="0"/>
              <a:t>4. Блок «Галерея работ».</a:t>
            </a:r>
          </a:p>
          <a:p>
            <a:r>
              <a:rPr lang="ru-RU" dirty="0"/>
              <a:t>5. Блок «Отзывы».</a:t>
            </a:r>
          </a:p>
          <a:p>
            <a:r>
              <a:rPr lang="ru-RU" dirty="0"/>
              <a:t>6. Блок «Контакты».</a:t>
            </a:r>
          </a:p>
          <a:p>
            <a:r>
              <a:rPr lang="ru-RU" dirty="0"/>
              <a:t>7. Блок «Заказать звонок».</a:t>
            </a:r>
          </a:p>
        </p:txBody>
      </p:sp>
    </p:spTree>
    <p:extLst>
      <p:ext uri="{BB962C8B-B14F-4D97-AF65-F5344CB8AC3E}">
        <p14:creationId xmlns:p14="http://schemas.microsoft.com/office/powerpoint/2010/main" xmlns="" val="9338681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Требования к содержимому сайта</a:t>
            </a:r>
          </a:p>
        </p:txBody>
      </p:sp>
      <p:sp>
        <p:nvSpPr>
          <p:cNvPr id="5" name="Содержимое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Промо Блок</a:t>
            </a:r>
          </a:p>
          <a:p>
            <a:r>
              <a:rPr lang="ru-RU" dirty="0"/>
              <a:t>О компании</a:t>
            </a:r>
          </a:p>
          <a:p>
            <a:r>
              <a:rPr lang="ru-RU" dirty="0"/>
              <a:t>Услуги </a:t>
            </a:r>
          </a:p>
          <a:p>
            <a:r>
              <a:rPr lang="ru-RU" dirty="0"/>
              <a:t>Дизайн проектов</a:t>
            </a:r>
          </a:p>
          <a:p>
            <a:r>
              <a:rPr lang="ru-RU" dirty="0"/>
              <a:t>О преимуществах</a:t>
            </a:r>
          </a:p>
          <a:p>
            <a:r>
              <a:rPr lang="ru-RU" dirty="0"/>
              <a:t>Примеры выполненных работ</a:t>
            </a:r>
          </a:p>
          <a:p>
            <a:r>
              <a:rPr lang="ru-RU" dirty="0"/>
              <a:t>Форма заявки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xmlns="" val="2339743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О</a:t>
            </a:r>
            <a:r>
              <a:rPr lang="ru-RU"/>
              <a:t> </a:t>
            </a:r>
            <a:r>
              <a:rPr lang="ru-RU" dirty="0"/>
              <a:t>дизайне сайта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55188" y="1447800"/>
            <a:ext cx="8836411" cy="449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Вёрстка (</a:t>
            </a:r>
            <a:r>
              <a:rPr lang="en-US" dirty="0"/>
              <a:t>HTML, CSS)</a:t>
            </a:r>
          </a:p>
        </p:txBody>
      </p:sp>
      <p:sp>
        <p:nvSpPr>
          <p:cNvPr id="5" name="Содержимое 4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HTML: Семантическая структура с тегами &lt;</a:t>
            </a:r>
            <a:r>
              <a:rPr lang="ru-RU" dirty="0" err="1"/>
              <a:t>header</a:t>
            </a:r>
            <a:r>
              <a:rPr lang="ru-RU" dirty="0"/>
              <a:t>&gt;, &lt;</a:t>
            </a:r>
            <a:r>
              <a:rPr lang="ru-RU" dirty="0" err="1"/>
              <a:t>main</a:t>
            </a:r>
            <a:r>
              <a:rPr lang="ru-RU" dirty="0"/>
              <a:t>&gt;, &lt;</a:t>
            </a:r>
            <a:r>
              <a:rPr lang="ru-RU" dirty="0" err="1"/>
              <a:t>section</a:t>
            </a:r>
            <a:r>
              <a:rPr lang="ru-RU" dirty="0"/>
              <a:t>&gt;.</a:t>
            </a:r>
          </a:p>
          <a:p>
            <a:r>
              <a:rPr lang="ru-RU" dirty="0"/>
              <a:t>CSS:</a:t>
            </a:r>
          </a:p>
          <a:p>
            <a:r>
              <a:rPr lang="ru-RU" dirty="0"/>
              <a:t>Использованы переменные (:</a:t>
            </a:r>
            <a:r>
              <a:rPr lang="ru-RU" dirty="0" err="1"/>
              <a:t>root</a:t>
            </a:r>
            <a:r>
              <a:rPr lang="ru-RU" dirty="0"/>
              <a:t>) для цветов и размеров.</a:t>
            </a:r>
          </a:p>
          <a:p>
            <a:r>
              <a:rPr lang="ru-RU" dirty="0" err="1"/>
              <a:t>Flexbox</a:t>
            </a:r>
            <a:r>
              <a:rPr lang="ru-RU" dirty="0"/>
              <a:t> и Grid для расположения элементов (например, блоки услуг и преимуществ).</a:t>
            </a:r>
          </a:p>
          <a:p>
            <a:r>
              <a:rPr lang="ru-RU" dirty="0"/>
              <a:t>Анимации (например, </a:t>
            </a:r>
            <a:r>
              <a:rPr lang="ru-RU" dirty="0" err="1"/>
              <a:t>hover</a:t>
            </a:r>
            <a:r>
              <a:rPr lang="ru-RU" dirty="0"/>
              <a:t>-эффекты для кнопок и карточек услуг).</a:t>
            </a:r>
          </a:p>
          <a:p>
            <a:r>
              <a:rPr lang="ru-RU" dirty="0" err="1"/>
              <a:t>Медиазапросы</a:t>
            </a:r>
            <a:r>
              <a:rPr lang="ru-RU" dirty="0"/>
              <a:t> для адаптивности.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xmlns="" val="30683244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Код (</a:t>
            </a:r>
            <a:r>
              <a:rPr lang="en-US" dirty="0"/>
              <a:t>JavaScript)</a:t>
            </a:r>
          </a:p>
        </p:txBody>
      </p:sp>
      <p:sp>
        <p:nvSpPr>
          <p:cNvPr id="5" name="Содержимое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Функционал:</a:t>
            </a:r>
          </a:p>
          <a:p>
            <a:r>
              <a:rPr lang="ru-RU" dirty="0"/>
              <a:t>Плавная прокрутка к разделам (func_1() – func_6() в funcs.js).</a:t>
            </a:r>
          </a:p>
          <a:p>
            <a:r>
              <a:rPr lang="ru-RU" dirty="0"/>
              <a:t>Кнопка "Наверх" с отслеживанием прокрутки (</a:t>
            </a:r>
            <a:r>
              <a:rPr lang="ru-RU" dirty="0" err="1"/>
              <a:t>back-to-top</a:t>
            </a:r>
            <a:r>
              <a:rPr lang="ru-RU" dirty="0"/>
              <a:t>).</a:t>
            </a:r>
          </a:p>
          <a:p>
            <a:r>
              <a:rPr lang="ru-RU" dirty="0"/>
              <a:t>Анимация кнопки-бургера (превращение в крестик при </a:t>
            </a:r>
            <a:r>
              <a:rPr lang="ru-RU" dirty="0" err="1"/>
              <a:t>hover</a:t>
            </a:r>
            <a:r>
              <a:rPr lang="ru-RU" dirty="0"/>
              <a:t>).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xmlns="" val="15450355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Тестирование</a:t>
            </a:r>
            <a:endParaRPr lang="en-US" dirty="0"/>
          </a:p>
        </p:txBody>
      </p:sp>
      <p:sp>
        <p:nvSpPr>
          <p:cNvPr id="5" name="Содержимое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Сценарии:</a:t>
            </a:r>
          </a:p>
          <a:p>
            <a:r>
              <a:rPr lang="ru-RU" dirty="0"/>
              <a:t>Проверка отображения в браузерах (</a:t>
            </a:r>
            <a:r>
              <a:rPr lang="ru-RU" dirty="0" err="1"/>
              <a:t>Chrome</a:t>
            </a:r>
            <a:r>
              <a:rPr lang="ru-RU" dirty="0"/>
              <a:t>, Firefox, Safari, Edge).</a:t>
            </a:r>
          </a:p>
          <a:p>
            <a:r>
              <a:rPr lang="ru-RU" dirty="0"/>
              <a:t>Тест мобильной версии (меню-бургер, адаптивные блоки).</a:t>
            </a:r>
          </a:p>
          <a:p>
            <a:r>
              <a:rPr lang="ru-RU" dirty="0"/>
              <a:t>Проверка работы форм (например, форма заявки).</a:t>
            </a:r>
          </a:p>
          <a:p>
            <a:r>
              <a:rPr lang="ru-RU" dirty="0"/>
              <a:t>Тест скорости загрузки изображений.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xmlns="" val="22494799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Развёртывание</a:t>
            </a:r>
          </a:p>
        </p:txBody>
      </p:sp>
      <p:sp>
        <p:nvSpPr>
          <p:cNvPr id="5" name="Содержимое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Сайт размещён на хостинге с поддержкой статических файлов (HTML/CSS/JS).</a:t>
            </a:r>
          </a:p>
          <a:p>
            <a:r>
              <a:rPr lang="ru-RU" dirty="0"/>
              <a:t>Для обновлений: загрузка изменённых файлов через FTP или </a:t>
            </a:r>
            <a:r>
              <a:rPr lang="ru-RU" dirty="0" err="1"/>
              <a:t>Git</a:t>
            </a:r>
            <a:r>
              <a:rPr lang="ru-RU" dirty="0"/>
              <a:t>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xmlns="" val="748911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Смета</a:t>
            </a:r>
          </a:p>
        </p:txBody>
      </p:sp>
      <p:pic>
        <p:nvPicPr>
          <p:cNvPr id="3" name="Объект 2">
            <a:extLst>
              <a:ext uri="{FF2B5EF4-FFF2-40B4-BE49-F238E27FC236}">
                <a16:creationId xmlns:a16="http://schemas.microsoft.com/office/drawing/2014/main" xmlns="" id="{94F78293-A4EC-45F3-BD30-EC81903E0C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7700" y="1219200"/>
            <a:ext cx="7848600" cy="5205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15182312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Смета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xmlns="" id="{8EE1B11B-D9E9-4206-A031-5DC11D8D4A3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54284"/>
          <a:stretch/>
        </p:blipFill>
        <p:spPr>
          <a:xfrm>
            <a:off x="838200" y="1600200"/>
            <a:ext cx="7696200" cy="5404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1708437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9049"/>
            <a:ext cx="8229600" cy="808038"/>
          </a:xfrm>
        </p:spPr>
        <p:txBody>
          <a:bodyPr>
            <a:normAutofit/>
          </a:bodyPr>
          <a:lstStyle/>
          <a:p>
            <a:r>
              <a:rPr lang="ru-RU" dirty="0"/>
              <a:t>Смета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xmlns="" id="{6F5B69EA-A49F-4094-9962-C3398CA5E33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44445"/>
          <a:stretch/>
        </p:blipFill>
        <p:spPr>
          <a:xfrm>
            <a:off x="762000" y="1087087"/>
            <a:ext cx="7924800" cy="5746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11659630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792162"/>
          </a:xfrm>
        </p:spPr>
        <p:txBody>
          <a:bodyPr>
            <a:normAutofit/>
          </a:bodyPr>
          <a:lstStyle/>
          <a:p>
            <a:r>
              <a:rPr lang="ru-RU" dirty="0"/>
              <a:t>Смета</a:t>
            </a:r>
          </a:p>
        </p:txBody>
      </p:sp>
      <p:pic>
        <p:nvPicPr>
          <p:cNvPr id="7" name="Объект 6">
            <a:extLst>
              <a:ext uri="{FF2B5EF4-FFF2-40B4-BE49-F238E27FC236}">
                <a16:creationId xmlns:a16="http://schemas.microsoft.com/office/drawing/2014/main" xmlns="" id="{12BAF446-3ED5-44CD-BAC3-4BCB8A8BB5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b="52425"/>
          <a:stretch/>
        </p:blipFill>
        <p:spPr>
          <a:xfrm>
            <a:off x="1219200" y="1219200"/>
            <a:ext cx="7088323" cy="5227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33729042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792162"/>
          </a:xfrm>
        </p:spPr>
        <p:txBody>
          <a:bodyPr>
            <a:normAutofit/>
          </a:bodyPr>
          <a:lstStyle/>
          <a:p>
            <a:r>
              <a:rPr lang="ru-RU" dirty="0"/>
              <a:t>Смета</a:t>
            </a:r>
          </a:p>
        </p:txBody>
      </p:sp>
      <p:pic>
        <p:nvPicPr>
          <p:cNvPr id="7" name="Объект 6">
            <a:extLst>
              <a:ext uri="{FF2B5EF4-FFF2-40B4-BE49-F238E27FC236}">
                <a16:creationId xmlns:a16="http://schemas.microsoft.com/office/drawing/2014/main" xmlns="" id="{12BAF446-3ED5-44CD-BAC3-4BCB8A8BB5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t="46753"/>
          <a:stretch/>
        </p:blipFill>
        <p:spPr>
          <a:xfrm>
            <a:off x="1295400" y="1143000"/>
            <a:ext cx="6553200" cy="510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356611705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292B77DA-2205-411A-88CB-33BADFE711B2}"/>
              </a:ext>
            </a:extLst>
          </p:cNvPr>
          <p:cNvSpPr txBox="1"/>
          <p:nvPr/>
        </p:nvSpPr>
        <p:spPr>
          <a:xfrm>
            <a:off x="1447800" y="2505670"/>
            <a:ext cx="67818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5400" dirty="0"/>
              <a:t>Спасибо 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xmlns="" val="1701333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Городская">
  <a:themeElements>
    <a:clrScheme name="Городская">
      <a:dk1>
        <a:sysClr val="windowText" lastClr="000000"/>
      </a:dk1>
      <a:lt1>
        <a:sysClr val="window" lastClr="FFFFFF"/>
      </a:lt1>
      <a:dk2>
        <a:srgbClr val="424456"/>
      </a:dk2>
      <a:lt2>
        <a:srgbClr val="DEDEDE"/>
      </a:lt2>
      <a:accent1>
        <a:srgbClr val="53548A"/>
      </a:accent1>
      <a:accent2>
        <a:srgbClr val="438086"/>
      </a:accent2>
      <a:accent3>
        <a:srgbClr val="A04DA3"/>
      </a:accent3>
      <a:accent4>
        <a:srgbClr val="C4652D"/>
      </a:accent4>
      <a:accent5>
        <a:srgbClr val="8B5D3D"/>
      </a:accent5>
      <a:accent6>
        <a:srgbClr val="5C92B5"/>
      </a:accent6>
      <a:hlink>
        <a:srgbClr val="67AFBD"/>
      </a:hlink>
      <a:folHlink>
        <a:srgbClr val="C2A874"/>
      </a:folHlink>
    </a:clrScheme>
    <a:fontScheme name="Городская">
      <a:majorFont>
        <a:latin typeface="Trebuchet MS"/>
        <a:ea typeface=""/>
        <a:cs typeface=""/>
        <a:font script="Jpan" typeface="HGｺﾞｼｯｸM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ajorFont>
      <a:minorFont>
        <a:latin typeface="Georgia"/>
        <a:ea typeface=""/>
        <a:cs typeface=""/>
        <a:font script="Jpan" typeface="HG明朝B"/>
        <a:font script="Hang" typeface="맑은 고딕"/>
        <a:font script="Hans" typeface="宋体"/>
        <a:font script="Hant" typeface="新細明體"/>
        <a:font script="Arab" typeface="Arial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Городская">
      <a:fillStyleLst>
        <a:solidFill>
          <a:schemeClr val="phClr"/>
        </a:solidFill>
        <a:gradFill rotWithShape="1">
          <a:gsLst>
            <a:gs pos="0">
              <a:schemeClr val="phClr">
                <a:tint val="1000"/>
                <a:satMod val="255000"/>
              </a:schemeClr>
            </a:gs>
            <a:gs pos="55000">
              <a:schemeClr val="phClr">
                <a:tint val="12000"/>
                <a:satMod val="255000"/>
              </a:schemeClr>
            </a:gs>
            <a:gs pos="100000">
              <a:schemeClr val="phClr">
                <a:tint val="45000"/>
                <a:satMod val="250000"/>
              </a:schemeClr>
            </a:gs>
          </a:gsLst>
          <a:path path="circle">
            <a:fillToRect l="-40000" t="-90000" r="140000" b="190000"/>
          </a:path>
        </a:gradFill>
        <a:gradFill rotWithShape="1">
          <a:gsLst>
            <a:gs pos="0">
              <a:schemeClr val="phClr">
                <a:tint val="43000"/>
                <a:satMod val="165000"/>
              </a:schemeClr>
            </a:gs>
            <a:gs pos="55000">
              <a:schemeClr val="phClr">
                <a:tint val="83000"/>
                <a:satMod val="155000"/>
              </a:schemeClr>
            </a:gs>
            <a:gs pos="100000">
              <a:schemeClr val="phClr">
                <a:shade val="85000"/>
              </a:schemeClr>
            </a:gs>
          </a:gsLst>
          <a:path path="circle">
            <a:fillToRect l="-40000" t="-90000" r="140000" b="19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15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50800" dist="254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flat" dir="t">
              <a:rot lat="0" lon="0" rev="20040000"/>
            </a:lightRig>
          </a:scene3d>
          <a:sp3d contourW="12700" prstMaterial="dkEdge">
            <a:bevelT w="25400" h="38100" prst="convex"/>
            <a:contourClr>
              <a:schemeClr val="phClr">
                <a:satMod val="115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100000">
              <a:schemeClr val="phClr">
                <a:tint val="80000"/>
                <a:satMod val="250000"/>
              </a:schemeClr>
            </a:gs>
            <a:gs pos="60000">
              <a:schemeClr val="phClr">
                <a:shade val="38000"/>
                <a:satMod val="175000"/>
              </a:schemeClr>
            </a:gs>
            <a:gs pos="0">
              <a:schemeClr val="phClr">
                <a:shade val="30000"/>
                <a:satMod val="175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</a:schemeClr>
              <a:schemeClr val="phClr">
                <a:tint val="96000"/>
                <a:satMod val="150000"/>
              </a:schemeClr>
            </a:duotone>
          </a:blip>
          <a:tile tx="0" ty="0" sx="80000" sy="80000" flip="none" algn="tl"/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Urban</Template>
  <TotalTime>119</TotalTime>
  <Words>355</Words>
  <Application>Microsoft Office PowerPoint</Application>
  <PresentationFormat>Экран (4:3)</PresentationFormat>
  <Paragraphs>75</Paragraphs>
  <Slides>20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20</vt:i4>
      </vt:variant>
    </vt:vector>
  </HeadingPairs>
  <TitlesOfParts>
    <vt:vector size="21" baseType="lpstr">
      <vt:lpstr>Городская</vt:lpstr>
      <vt:lpstr>Сайт-визитка строительной компании</vt:lpstr>
      <vt:lpstr>Содержание</vt:lpstr>
      <vt:lpstr>О команде и ролях в команде</vt:lpstr>
      <vt:lpstr>о проектировании сайта</vt:lpstr>
      <vt:lpstr>Графическая схема</vt:lpstr>
      <vt:lpstr>Графическая схема</vt:lpstr>
      <vt:lpstr>Графическая схема</vt:lpstr>
      <vt:lpstr>Требования к содержимому сайта</vt:lpstr>
      <vt:lpstr>Требования к содержимому сайта</vt:lpstr>
      <vt:lpstr>О дизайне сайта</vt:lpstr>
      <vt:lpstr>Вёрстка (HTML, CSS)</vt:lpstr>
      <vt:lpstr>Код (JavaScript)</vt:lpstr>
      <vt:lpstr>Тестирование</vt:lpstr>
      <vt:lpstr>Развёртывание</vt:lpstr>
      <vt:lpstr>Смета</vt:lpstr>
      <vt:lpstr>Смета</vt:lpstr>
      <vt:lpstr>Смета</vt:lpstr>
      <vt:lpstr>Смета</vt:lpstr>
      <vt:lpstr>Смета</vt:lpstr>
      <vt:lpstr>Слайд 20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 1</dc:title>
  <dc:creator>Данил</dc:creator>
  <cp:lastModifiedBy>Данил</cp:lastModifiedBy>
  <cp:revision>14</cp:revision>
  <dcterms:created xsi:type="dcterms:W3CDTF">2025-06-09T15:14:21Z</dcterms:created>
  <dcterms:modified xsi:type="dcterms:W3CDTF">2025-06-16T13:24:13Z</dcterms:modified>
</cp:coreProperties>
</file>